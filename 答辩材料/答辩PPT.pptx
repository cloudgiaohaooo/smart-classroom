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优达智慧课堂教学管理平台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41248" y="2788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C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软件开发实习项目答辩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3611880"/>
            <a:ext cx="201168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39776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答辩人：【姓名】    学号：【学号】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学院：【学院】    专业：网络空间安全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实习单位：【实习单位】    岗位：软件开发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7E6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指导教师：【指导教师】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63840" y="4297680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123B5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0" y="4297680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智能辅助批阅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63840" y="4864608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123B5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0" y="486460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学习预警看板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863840" y="5431536"/>
            <a:ext cx="3291840" cy="438912"/>
          </a:xfrm>
          <a:prstGeom prst="roundRect">
            <a:avLst>
              <a:gd name="adj" fmla="val 16667"/>
            </a:avLst>
          </a:prstGeom>
          <a:solidFill>
            <a:srgbClr val="123B5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0" y="5431536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E6D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秒传去重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1691640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55648" y="16733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实习单位与岗位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1005840" y="253288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55648" y="25146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05840" y="3374136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55648" y="3355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系统架构与技术选型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1005840" y="4215384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755648" y="41970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005840" y="5056632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755648" y="503834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005840" y="589788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5897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55648" y="587959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关键技术难点与解决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83680" y="1691640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333488" y="1673352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量化结果（主张—证据）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6583680" y="2532888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333488" y="2514600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关键技术决策（为什么这么选）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6583680" y="3374136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3374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33488" y="3355848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评估与局限（诚实边界）</a:t>
            </a:r>
            <a:endParaRPr lang="en-US" sz="1550" dirty="0"/>
          </a:p>
        </p:txBody>
      </p:sp>
      <p:sp>
        <p:nvSpPr>
          <p:cNvPr id="33" name="Shape 31"/>
          <p:cNvSpPr/>
          <p:nvPr/>
        </p:nvSpPr>
        <p:spPr>
          <a:xfrm>
            <a:off x="6583680" y="4215384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583680" y="42153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333488" y="4197096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测试与文档产出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6583680" y="5056632"/>
            <a:ext cx="566928" cy="566928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5056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333488" y="5038344"/>
            <a:ext cx="4206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实习收获与总结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实习单位与岗位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参与真实教学系统的完整开发周期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5120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33172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实习单位：【实习单位】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所属部门：技术研发部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实习岗位：软件开发实习生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实习时间：2026.07.01 — 08.15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主要项目：优达智慧课堂教学管理平台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51206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0840" y="1828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我的职责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20840" y="233172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 2 个前端页面（约 1800 行）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协助开发 2 个后端接口（资源上传 / 批阅反馈）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撰写接口文档与用户操作手册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实习后自主补强：JWT/RBAC/缓存/三工程尝试/CI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解决教学管理流程线上化的痛点，并给出可评估的改进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51206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现状痛点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作业发布 / 提交 / 批阅依赖线下，反馈不及时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课程资源靠群文件分发，查找困难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数据分散，难以统计与复盘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114800"/>
            <a:ext cx="51206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1887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项目目标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470916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覆盖「课程—作业—提交—批阅—资源」全流程，教师端管理、学生端选课提交，数据可统计、流程可追踪。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155448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闭环故事线（项目记忆点）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20840" y="224028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40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6948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行为埋点 @BehaviorLog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885432" y="2624328"/>
            <a:ext cx="457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Shape 17"/>
          <p:cNvSpPr/>
          <p:nvPr/>
        </p:nvSpPr>
        <p:spPr>
          <a:xfrm>
            <a:off x="6720840" y="2990088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990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69480" y="294436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 → 学习预警看板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885432" y="3374136"/>
            <a:ext cx="457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3739896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69480" y="369417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教师干预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885432" y="4123944"/>
            <a:ext cx="457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Shape 25"/>
          <p:cNvSpPr/>
          <p:nvPr/>
        </p:nvSpPr>
        <p:spPr>
          <a:xfrm>
            <a:off x="6720840" y="4489704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69480" y="444398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批阅辅助（雷同 + 评语）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885432" y="4873752"/>
            <a:ext cx="45720" cy="36576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Shape 29"/>
          <p:cNvSpPr/>
          <p:nvPr/>
        </p:nvSpPr>
        <p:spPr>
          <a:xfrm>
            <a:off x="6720840" y="5239512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2" name="Text 30"/>
          <p:cNvSpPr/>
          <p:nvPr/>
        </p:nvSpPr>
        <p:spPr>
          <a:xfrm>
            <a:off x="6720840" y="5239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269480" y="51937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量化评估 P/R/F1 · QPS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+ 后端三层 + 安全过滤链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600200"/>
            <a:ext cx="79552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18A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60020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浏览器（Vue3 单页应用 + Element Plus + ECharts）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60720" y="21671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2350008"/>
            <a:ext cx="79552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2350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 · HTTP / JSON · JWT 认证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60720" y="291693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3099816"/>
            <a:ext cx="79552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18A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3099816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Controller 接口层 —— 参数校验、统一响应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60720" y="366674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03120" y="3849624"/>
            <a:ext cx="79552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849624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业务层 —— 业务逻辑、@Transactional 事务、归属校验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760720" y="44165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03120" y="4599432"/>
            <a:ext cx="79552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118A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4599432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Mapper 数据层 —— MyBatis-Plus + 多表 JOIN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60720" y="516636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5349240"/>
            <a:ext cx="7955280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3492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 数据库（业务 6 表 + RBAC 4 表 + 埋点 1 表）+ Redis 缓存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14400" y="610819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安全链路：登录 → BCrypt 校验 → 签发 JWT → 请求带 Authorization → Security 过滤链注入 RBAC → @PreAuthorize 授权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每一层选型都基于实际业务需求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00200"/>
          <a:ext cx="10332720" cy="3950208"/>
        </p:xfrm>
        <a:graphic>
          <a:graphicData uri="http://schemas.openxmlformats.org/drawingml/2006/table">
            <a:tbl>
              <a:tblPr/>
              <a:tblGrid>
                <a:gridCol w="1463040"/>
                <a:gridCol w="4937760"/>
                <a:gridCol w="393192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层级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技术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选型理由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95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Vue3 + Element Plus + Pinia + ECharts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组件化、生态成熟、可视化报表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Boot 3.2 + MyBatis-Plus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快速开发、SQL 灵活、分页插件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数据库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8 + Redis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事务与索引支持 + 缓存三策略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安全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JWT + Spring Security(RBAC) + BCrypt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无状态认证、方法级授权、密码单向加密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JUnit + Testcontainers + GitHub Actions CI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单测/集成测试 + 每次 push 自动回归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核心功能演示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 · 作业 · 批阅 · 资源 四大模块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128016" cy="19202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课程管理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3444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 + 关键词搜索，联表展示授课教师，新增/编辑/删除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00200"/>
            <a:ext cx="128016" cy="19202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作业列表与提交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83680" y="22860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按课程筛选、一条 SQL 统计提交/批阅数、超期拒绝提交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4904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3749040"/>
            <a:ext cx="128016" cy="19202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作业批阅反馈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34440" y="4434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四表 JOIN 联查、打分 + 反馈、@Transactional 原子更新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3749040"/>
            <a:ext cx="5029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749040"/>
            <a:ext cx="128016" cy="19202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课程资源上传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443484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按课程分目录、UUID 重命名、签名 URL 鉴权下载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工程尝试 A · 智能辅助批阅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Java TF-IDF + 余弦相似度，离线、可复现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雷同难发现（改几个字就交）；评语重复劳动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字符 n-gram 分词 + TF-IDF + 余弦相似度做雷同检测；历史评语频率统计一键推荐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同簇相似度 86.9%~94.3% 全命中；阈值 0.45 → P/R/F1 = 1.0/1.0/1.0</a:t>
            </a:r>
            <a:endParaRPr lang="en-US" sz="1400" dirty="0"/>
          </a:p>
        </p:txBody>
      </p:sp>
      <p:pic>
        <p:nvPicPr>
          <p:cNvPr id="8" name="Image 0" descr="C:/Users/HP/Desktop/新建文件夹 - 副本 (2)/优达智慧课堂教学管理平台/docs/screenshots/03-grading-ass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智能辅助批阅界面（雷同提示 + 评语推荐）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工程尝试 B · 学习预警看板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@BehaviorLog AOP 零侵入埋点 + ECharts 看板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教师需要「谁很久没登录、谁没交作业」，传统埋点侵入业务、易漏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注解声明式埋点 + AOP 切面异步落库 + 规则外置（阈值可调）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 demo18 后「长期未登录」预警实时消失，链路正确</a:t>
            </a:r>
            <a:endParaRPr lang="en-US" sz="1400" dirty="0"/>
          </a:p>
        </p:txBody>
      </p:sp>
      <p:pic>
        <p:nvPicPr>
          <p:cNvPr id="8" name="Image 0" descr="C:/Users/HP/Desktop/新建文件夹 - 副本 (2)/优达智慧课堂教学管理平台/docs/screenshots/02-dashboard-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学习预警看板（ECharts 可视化）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工程尝试 C · 资源 MD5 秒传去重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同文件复用物理文件 + 引用计数删除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同一课件被反复上传，磁盘为同一内容存多份副本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JDK MessageDigest 算 MD5，命中复用物理文件（秒传）；删除按 file_url 引用计数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400" dirty="0"/>
          </a:p>
          <a:p>
            <a:pPr indent="0" marL="0">
              <a:lnSpc>
                <a:spcPct val="13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二次上传 deduplicated=true、物理文件仅一份；FileMd5Test 对照 RFC 1321</a:t>
            </a:r>
            <a:endParaRPr lang="en-US" sz="1400" dirty="0"/>
          </a:p>
        </p:txBody>
      </p:sp>
      <p:pic>
        <p:nvPicPr>
          <p:cNvPr id="8" name="Image 0" descr="C:/Users/HP/Desktop/新建文件夹 - 副本 (2)/优达智慧课堂教学管理平台/docs/screenshots/04-resource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83080"/>
            <a:ext cx="512064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5074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课程资源列表（MD5 秒传去重）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张表：业务 6 + RBAC 4 + 埋点 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554480"/>
            <a:ext cx="109728" cy="7315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sys_user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554480"/>
            <a:ext cx="109728" cy="7315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55480" y="15544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课程表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242316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2423160"/>
            <a:ext cx="109728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assignment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0624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作业表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242316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2423160"/>
            <a:ext cx="109728" cy="73152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submission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555480" y="242316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329184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291840"/>
            <a:ext cx="109728" cy="73152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course_resource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20624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资源表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329184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3291840"/>
            <a:ext cx="109728" cy="73152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course_enrollment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555480" y="3291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14400" y="416052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14400" y="4160520"/>
            <a:ext cx="109728" cy="73152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sys_role / sys_permission / sys_user_role / sys_role_permission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206240" y="4160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RBAC 权限 4 表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63640" y="416052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263640" y="4160520"/>
            <a:ext cx="109728" cy="7315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student_behavior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555480" y="41605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行为埋点表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设计要点：外键约束交由应用层保证、数据库保留索引；多表联查用 LEFT JOIN + 聚合子查询；唯一索引防重（username、选课 course_id+student_id、提交 assignment_id+student_id）。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关键技术难点与解决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从正确性到安全性的六个工程点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72768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1773936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1682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多表关联查询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1640" y="2075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LEFT JOIN + 聚合子查询，一条 SQL 统计提交数 / 已批阅数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1572768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46520" y="1773936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773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16824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事务一致性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040880" y="2075688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批阅 @Transactional 原子更新得分/反馈/状态/时间四字段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054096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97280" y="3255264"/>
            <a:ext cx="457200" cy="45720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3163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无状态认证 + RBAC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691640" y="35570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+ Spring Security 过滤链 + @PreAuthorize 方法级授权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3054096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3255264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3255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316382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横向越权防护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040880" y="3557016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CourseOwnershipGuard 课程归属校验 + 学生选课门禁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" y="4535424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097280" y="4736592"/>
            <a:ext cx="457200" cy="457200"/>
          </a:xfrm>
          <a:prstGeom prst="ellipse">
            <a:avLst/>
          </a:prstGeom>
          <a:solidFill>
            <a:srgbClr val="118AB2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9164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文件上传 / 下载安全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691640" y="50383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UUID 重命名 + 白名单 + 签名 URL 鉴权下载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535424"/>
            <a:ext cx="502920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46520" y="4736592"/>
            <a:ext cx="457200" cy="45720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4736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040880" y="46451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 traceId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7040880" y="5038344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TraceIdFilter + MDC，同一请求日志可串起来排障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量化结果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每一个主张，都配一条可复现的证据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后端测试（例）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mvn test 0 失败，含 Testcontainers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1.000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雷同检测 F1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84048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 0.45 P/R/F1 全 1.0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15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379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登录限流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 20 → 5 放行 15 拦截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514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49.5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23544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课程列表 QPS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P50 18ms（开发机下限估计）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3977640"/>
            <a:ext cx="10607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872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证据链（可复现）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5720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雷同检测：100 对「构造即真值」标注集，0.45 → P/R/F1=1.0/1.0/1.0，0.75 → 1.0/0.625/0.769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压测：登录 QPS 17.2 / P50 57ms（瓶颈在 BCrypt），课程 QPS 49.5 / P50 18ms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CI：GitHub Actions 每次 push 自动跑后端测试 + 前端构建（绿徽章）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关键技术决策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为什么这么选，而不是那么选（完整 12 条见 docs/DESIGN_DECISIONS.md）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54480"/>
          <a:ext cx="10332720" cy="438912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548640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Spring Security 过滤链 + JWT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方法级授权，而非拦截器的粗粒度判断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雷同检测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TF-IDF 字符 n-gram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离线、可复现、学生文本不出服务器，而非大模型/词典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规则阈值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数据不足时不硬上 ML 黑盒，而非规则引擎/预测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埋点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AOP 异步落库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不拖慢业务，而非同步写库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权限缓存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8AB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Caffeine 本地缓存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高频读零网络开销，而非 Redis 多一跳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下载鉴权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签名 URL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浏览器跳转无法带 header，而非登录态 header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评估与局限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诚实边界：问题 → 指标 → 基线 → 评估 → 限制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5120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评估框架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488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→ 指标 → 基线 → 评估 → 限制。已做：雷同 P/R/F1 评测、压测、61 例测试、CI、traceId。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120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已知局限（主动说明）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14884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单体架构、无真实用户规模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阈值经验值、合成标注集负例偏简单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预警非实时、开发机压测数值为下限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4206240"/>
            <a:ext cx="106070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88720" y="43708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伦理与隐私边界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8872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埋点最小化采集（仅登录/看资源/交作业三类事件）、真实数据脱敏、预警只做教师参考不自动处罚、学生知情、学生文本不出服务器（雷同检测完全离线）。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测试与文档产出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实习打基础，补强上台阶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18AB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14300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实习测试用例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4300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 / 异常 / 边界场景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11880" y="155448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C4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8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84048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跟踪 Bug / 修复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84048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协助定位与修复问题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53796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份文档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53796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接口文档 + 操作手册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554480"/>
            <a:ext cx="25146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35440" y="1719072"/>
            <a:ext cx="2057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9235440" y="25146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补强后测试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35440" y="29260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mvn test 0 失败 + CI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3840480"/>
            <a:ext cx="106070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1887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文档体系（分层，各取所需）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88720" y="443484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README：30 秒电梯陈述 + 量化结果 + 文档导航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docs/DESIGN_DECISIONS：12 条技术决策；docs/EVALUATION：主张—证据链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docs/PROBLEM：问题定义；docs/LIMITATIONS：边界与反思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B3954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20624"/>
            <a:ext cx="256032" cy="45720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32688" y="329184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9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实习收获与总结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32688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实习打基础，拓展强能力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1600200"/>
            <a:ext cx="3383280" cy="548640"/>
          </a:xfrm>
          <a:prstGeom prst="rect">
            <a:avLst/>
          </a:prstGeom>
          <a:solidFill>
            <a:srgbClr val="118AB2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多表查询 / 事务隔离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设计 / Git / Linux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缓存三策略 / 限流 / 可观测性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26280" y="160020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1600200"/>
            <a:ext cx="3383280" cy="548640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00600" y="23317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独立承担模块开发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调试排查方法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从需求到交付完整闭环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3832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1600200"/>
            <a:ext cx="3383280" cy="5486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6002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233172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严谨编码习惯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安全贯穿开发全生命周期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责任心与团队协作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106070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B3954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88720" y="5029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7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不足与反思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5394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对高并发、分布式等生产级场景经验不足；「智慧」定位为三个工程小尝试（雷同检测 / 预警看板 / 秒传去重），非研究创新点。下一步：对象存储、WebSocket 实时告警、真实数据采集。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9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EC4B6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感谢聆听，欢迎提问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FC8D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感谢【实习单位】与指导教师【指导教师】老师的悉心指导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优达智慧课堂教学管理平台 · 软件开发实习项目答辩</dc:title>
  <dc:subject>PptxGenJS Presentation</dc:subject>
  <dc:creator>【姓名】</dc:creator>
  <cp:lastModifiedBy>【姓名】</cp:lastModifiedBy>
  <cp:revision>1</cp:revision>
  <dcterms:created xsi:type="dcterms:W3CDTF">2026-10-19T10:45:45Z</dcterms:created>
  <dcterms:modified xsi:type="dcterms:W3CDTF">2026-10-19T10:45:45Z</dcterms:modified>
</cp:coreProperties>
</file>