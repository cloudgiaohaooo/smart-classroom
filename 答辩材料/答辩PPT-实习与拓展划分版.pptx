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优达智慧课堂教学管理平台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2697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FC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软件开发实习项目答辩 · 实习与拓展划分版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68680" y="352044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8862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答辩人：【姓名】    学号：【学号】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学院：【学院】    专业：网络空间安全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实习单位：【实习单位】    岗位：软件开发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指导教师：【指导教师】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38160" y="4160520"/>
            <a:ext cx="457200" cy="310896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8732520" y="41422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4709160"/>
            <a:ext cx="457200" cy="31089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4690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536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1680" y="1536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实习单位与岗位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414016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11680" y="23042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内容划分说明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182112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3072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011680" y="3072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ER 图设计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3950208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课程管理与作业列表（前端）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4718304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9" name="Text 17"/>
          <p:cNvSpPr/>
          <p:nvPr/>
        </p:nvSpPr>
        <p:spPr>
          <a:xfrm>
            <a:off x="1325880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11680" y="46085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资源上传与批阅反馈（后端）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5376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011680" y="5376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测试与文档产出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83680" y="1645920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153619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680960" y="15361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登录认证与权限控制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83680" y="2414016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8" name="Text 26"/>
          <p:cNvSpPr/>
          <p:nvPr/>
        </p:nvSpPr>
        <p:spPr>
          <a:xfrm>
            <a:off x="6995160" y="23042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80960" y="230428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学习预警看板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583680" y="3182112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6995160" y="307238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680960" y="30723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智能辅助批阅与资源秒传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0" y="3950208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4" name="Text 32"/>
          <p:cNvSpPr/>
          <p:nvPr/>
        </p:nvSpPr>
        <p:spPr>
          <a:xfrm>
            <a:off x="6995160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80960" y="38404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工程化与可观测性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583680" y="4718304"/>
            <a:ext cx="274320" cy="2743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46085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80960" y="4608576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量化结果与诚实边界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583680" y="5486400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6995160" y="537667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680960" y="537667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收获与总结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实习单位与岗位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参与真实教学系统的完整开发周期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5120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实习单位：【实习单位】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所属部门：技术研发部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实习岗位：软件开发实习生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实习时间：2026.07.01 — 08.15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主要项目：优达智慧课堂教学管理平台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120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实习期间实际职责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参与需求评审、梳理功能清单、绘制 ER 图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独立完成课程管理、作业列表两个前端页面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协助开发资源上传、作业批阅反馈两个接口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Postman 接口测试、编写测试用例与文档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内容划分说明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哪些是实习期间完成，哪些是实习后自主拓展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18AB2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5120640" cy="5486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 ER 图设计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课程管理前端页面（Vue）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作业列表前端页面（Vue）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课程资源上传接口（协助）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作业批阅反馈接口（协助）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Postman 测试、30+ 测试用例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 + 用户操作手册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600200"/>
            <a:ext cx="512064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00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0840" y="233172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登录认证 + BCrypt 密码加密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 / 学生 / 管理员角色权限控制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学习预警看板 + ECharts 可视化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智能辅助批阅 + MD5 秒传去重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统一响应体、全局异常处理、分页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缓存、限流、traceId、CI 工程化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实习：数据库 ER 图设计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协助梳理功能清单并绘制实体关系图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7F2F7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91640"/>
            <a:ext cx="1874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91640"/>
            <a:ext cx="18745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sys_user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17520" y="1691640"/>
            <a:ext cx="1874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17520" y="1691640"/>
            <a:ext cx="1874520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课程表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0640" y="1691640"/>
            <a:ext cx="1874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691640"/>
            <a:ext cx="187452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20640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作业表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23760" y="1691640"/>
            <a:ext cx="1874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691640"/>
            <a:ext cx="1874520" cy="45720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26880" y="1691640"/>
            <a:ext cx="1874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0" y="1691640"/>
            <a:ext cx="1874520" cy="45720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0" y="16916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course_resource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224028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14400" y="3154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关系：教师授课（user → course）、课程含作业（course → assignment）、学生提交作业（user → submission）、课程含资源（course → resource）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840480"/>
            <a:ext cx="10607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188720" y="4023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补强说明（实习后扩展）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88720" y="44348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实习时 ER 图覆盖 5 个业务实体；实习后为落地「认证 + 权限 + 预警」，新增 RBAC 4 表（角色/权限/用户-角色/角色-权限）、选课表、行为埋点表，共 11 张表；并为 username、选课、提交等加唯一索引防重。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实习：课程管理与作业列表（前端）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Vue.js 独立开发，累计约 1800 行代码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7F2F7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课程管理页面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课程列表分页展示、关键词搜索、新增/编辑/删除课程、联表展示授课教师姓名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作业列表页面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按课程筛选作业、展示截止时间与满分、教师布置/编辑/删除、学生在线提交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技术要点：Vue3 组件化开发、Element Plus 表格与表单、Axios 请求封装、Vue Router 路由。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实习：资源上传与批阅反馈（后端）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Spring Boot 协助开发，Postman 联调测试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7F2F7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课程资源上传接口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接收文件上传、保存文件并记录元数据，支持按课程查询与下载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0292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作业批阅反馈接口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377440"/>
            <a:ext cx="4389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教师打分 + 填写反馈，学生提交后查看得分，事务保证批阅一致性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技术要点：Spring Boot 三层架构、RESTful 接口设计、多表查询、事务管理、Postman 接口测试。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实习：测试与文档产出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接口测试、Bug 跟踪、文档撰写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E7F2F7"/>
          </a:solidFill>
          <a:ln w="12700">
            <a:solidFill>
              <a:srgbClr val="118A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64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实习期间完成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测试用例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/ 异常 / 边界场景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160020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9476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 Bug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记录并跟踪问题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60020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协助修复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协助定位与修复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06840" y="160020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1737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9720" y="25146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份文档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926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 + 操作手册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3931920"/>
            <a:ext cx="10607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实习测试工作的价值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52628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Postman 对资源上传、作业批阅等接口做功能与异常场景测试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记录并跟踪 Bug，协助定位与修复，养成规范提交流程的习惯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撰写接口说明文档、用户操作手册各一份，沉淀团队知识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拓展：登录认证与权限控制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结合网安专业兴趣完善安全设计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0020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600200"/>
            <a:ext cx="128016" cy="196596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无状态认证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登录签发令牌，请求头携带，过滤器统一校验并解析用户信息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00200"/>
            <a:ext cx="128016" cy="196596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密码加密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密码单向哈希存储，比对不还原明文，抵抗彩虹表攻击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794760"/>
            <a:ext cx="128016" cy="1965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23444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角色权限控制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3444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 / 学生 / 管理员三种角色，前端动态菜单 + 后端权限兜底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0292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3794760"/>
            <a:ext cx="128016" cy="19659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横向越权防护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83680" y="44805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课程归属守卫 + 学生选课门禁，MockMvc 测试固化修复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拓展：学习预警看板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@BehaviorLog AOP 零侵入埋点 + ECharts 看板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教师需要「谁很久没登录、谁没交作业」，传统埋点侵入业务、易漏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注解声明式埋点 + AOP 切面异步落库 + 规则外置（阈值可调）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demo18 后「长期未登录」预警实时消失，链路正确</a:t>
            </a:r>
            <a:endParaRPr lang="en-US" sz="1400" dirty="0"/>
          </a:p>
        </p:txBody>
      </p:sp>
      <p:pic>
        <p:nvPicPr>
          <p:cNvPr id="10" name="Image 0" descr="C:/Users/HP/Desktop/新建文件夹 - 副本 (2)/优达智慧课堂教学管理平台/docs/screenshots/02-dashboard-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465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学习预警看板（ECharts 可视化）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拓展：智能辅助批阅 · 资源 MD5 秒传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两个「工程小尝试」，可评估、可复现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572768"/>
            <a:ext cx="50292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1572768"/>
            <a:ext cx="5029200" cy="5029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72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智能辅助批阅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1945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 n-gram + TF-IDF + 余弦相似度做雷同检测；历史评语频率一键推荐。阈值 0.45 → P/R/F1=1.0/1.0/1.0</a:t>
            </a:r>
            <a:endParaRPr lang="en-US" sz="1250" dirty="0"/>
          </a:p>
        </p:txBody>
      </p:sp>
      <p:pic>
        <p:nvPicPr>
          <p:cNvPr id="13" name="Image 0" descr="C:/Users/HP/Desktop/新建文件夹 - 副本 (2)/优达智慧课堂教学管理平台/docs/screenshots/03-grading-ass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3520440"/>
            <a:ext cx="4023360" cy="25146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63640" y="1572768"/>
            <a:ext cx="502920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63640" y="1572768"/>
            <a:ext cx="5029200" cy="5029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6" name="Text 13"/>
          <p:cNvSpPr/>
          <p:nvPr/>
        </p:nvSpPr>
        <p:spPr>
          <a:xfrm>
            <a:off x="6263640" y="15727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MD5 秒传去重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537960" y="219456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JDK 算 MD5，命中复用物理文件（秒传）；删除按引用计数。二次上传 deduplicated=true</a:t>
            </a:r>
            <a:endParaRPr lang="en-US" sz="1250" dirty="0"/>
          </a:p>
        </p:txBody>
      </p:sp>
      <p:pic>
        <p:nvPicPr>
          <p:cNvPr id="18" name="Image 1" descr="C:/Users/HP/Desktop/新建文件夹 - 副本 (2)/优达智慧课堂教学管理平台/docs/screenshots/04-resource-l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520440"/>
            <a:ext cx="402336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拓展：工程化与可观测性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让项目结构更规范、更健壮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572768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97280" y="1773936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1682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统一响应体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691640" y="2075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 统一返回结构，前端统一解包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1572768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773936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040880" y="1682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全局异常处理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040880" y="2075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@RestControllerAdvice 分类兜底，避免堆栈泄露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54096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97280" y="325526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91640" y="3163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 + 多表联查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35570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分页插件 + 自定义 JOIN，一条 SQL 统计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054096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3255264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3163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缓存三策略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040880" y="35570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穿透空值 / 击穿互斥锁 / 雪崩随机过期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4400" y="4535424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97280" y="473659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9164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691640" y="5038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固定窗口，并发 20 → 5 放行 15 拦截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63640" y="4535424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46520" y="473659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4088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 + CI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040880" y="5038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TraceIdFilter 链路追踪 + GitHub Actions 自动回归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量化结果与诚实边界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每一个主张，都配一条可复现的证据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0" y="402336"/>
            <a:ext cx="2606040" cy="457200"/>
          </a:xfrm>
          <a:prstGeom prst="roundRect">
            <a:avLst>
              <a:gd name="adj" fmla="val 20000"/>
            </a:avLst>
          </a:prstGeom>
          <a:solidFill>
            <a:srgbClr val="FD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0" y="40233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9A6A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实习后自主拓展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1691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09728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后端测试（例）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mvn test 0 失败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1188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691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79476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雷同检测 F1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9476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0.45 P/R/F1 全 1.0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691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49224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 20 → 5 放行 15 拦截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00684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89720" y="1691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9189720" y="24688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课程列表 QPS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89720" y="288036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18ms（下限估计）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14400" y="3977640"/>
            <a:ext cx="10607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8872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572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「智慧」定位为三个工程小尝试（雷同检测 / 预警看板 / 秒传去重），非研究创新点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已知局限：单体架构、无真实用户规模、阈值经验值、合成标注集负例偏简单、压测数值为下限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伦理：埋点最小化采集、数据脱敏、预警只做教师参考不自动处罚、学生文本不出服务器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收获与总结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实习打基础，拓展强能力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实习期间的收获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3317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知识：多表查询、事务隔离、RESTful 设计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技能：Git 协作、Linux 基本操作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能力：独立承担模块开发、调试排查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素质：严谨编码习惯、团队协作意识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029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00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拓展的动机与成长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对系统安全设计有强烈兴趣（专业相关）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主动学习 JWT、加密、权限模型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追求代码规范与工程化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三个工程尝试均配量化评估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983480"/>
            <a:ext cx="10607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88720" y="5120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总结与不足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88720" y="54864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实习让我把理论落到工程实践，实习后我又基于兴趣把项目补得更加完整。不足：对高并发、分布式等生产级场景经验不足，下一步计划对象存储、WebSocket 实时告警、真实数据采集。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感谢聆听，欢迎提问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C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感谢【实习单位】与指导教师【指导教师】老师的悉心指导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优达智慧课堂教学管理平台 · 实习与拓展划分版</dc:title>
  <dc:subject>PptxGenJS Presentation</dc:subject>
  <dc:creator>【姓名】</dc:creator>
  <cp:lastModifiedBy>【姓名】</cp:lastModifiedBy>
  <cp:revision>1</cp:revision>
  <dcterms:created xsi:type="dcterms:W3CDTF">2026-10-19T10:45:45Z</dcterms:created>
  <dcterms:modified xsi:type="dcterms:W3CDTF">2026-10-19T10:45:45Z</dcterms:modified>
</cp:coreProperties>
</file>